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49a889d9fd4f37" /><Relationship Type="http://schemas.openxmlformats.org/officeDocument/2006/relationships/extended-properties" Target="/docProps/app.xml" Id="R3379c0c86efd406e" /><Relationship Type="http://schemas.openxmlformats.org/officeDocument/2006/relationships/officeDocument" Target="/ppt/presentation.xml" Id="R20fcbe99903d4c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6ca1d6a6a74393"/>
  </p:sldMasterIdLst>
  <p:notesMasterIdLst>
    <p:notesMasterId xmlns:r="http://schemas.openxmlformats.org/officeDocument/2006/relationships" r:id="R0a5921e7c0314025"/>
  </p:notesMasterIdLst>
  <p:sldIdLst>
    <p:sldId xmlns:r="http://schemas.openxmlformats.org/officeDocument/2006/relationships" id="256" r:id="R6e4d913a932a4e1b"/>
    <p:sldId xmlns:r="http://schemas.openxmlformats.org/officeDocument/2006/relationships" id="257" r:id="R242c687bb1e14ea6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d4257ae529488d" /><Relationship Type="http://schemas.openxmlformats.org/officeDocument/2006/relationships/slideMaster" Target="/ppt/slideMasters/slideMaster1.xml" Id="Rf66ca1d6a6a74393" /><Relationship Type="http://schemas.openxmlformats.org/officeDocument/2006/relationships/notesMaster" Target="/ppt/notesMasters/notesMaster1.xml" Id="R0a5921e7c0314025" /><Relationship Type="http://schemas.openxmlformats.org/officeDocument/2006/relationships/presProps" Target="/ppt/presProps.xml" Id="R8cde98d5d45f40d2" /><Relationship Type="http://schemas.openxmlformats.org/officeDocument/2006/relationships/viewProps" Target="/ppt/viewProps.xml" Id="Rcbecd00b8e014dd4" /><Relationship Type="http://schemas.openxmlformats.org/officeDocument/2006/relationships/tableStyles" Target="/ppt/tableStyles.xml" Id="R065ebf735dad4dfc" /><Relationship Type="http://schemas.openxmlformats.org/officeDocument/2006/relationships/slide" Target="/ppt/slides/slide1.xml" Id="R6e4d913a932a4e1b" /><Relationship Type="http://schemas.openxmlformats.org/officeDocument/2006/relationships/slide" Target="/ppt/slides/slide2.xml" Id="R242c687bb1e14e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012bbba8bd47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797e6db91b4c1a" /><Relationship Type="http://schemas.openxmlformats.org/officeDocument/2006/relationships/notesMaster" Target="/ppt/notesMasters/notesMaster1.xml" Id="R222670e93a7c41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3263af8db9413e" /><Relationship Type="http://schemas.openxmlformats.org/officeDocument/2006/relationships/notesMaster" Target="/ppt/notesMasters/notesMaster1.xml" Id="R21c9ef8f845a41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Demostració amb l’aplicació de Windows i el servei remot del projecte. El professor extreu tot el paquet i obre easyeats.exe. Accés d’administrador: operario, amb la contrasenya indicada a GUIA_US_APP_WINDOWS.pdf. Mostrar perfil, generació, aprovació inicial i canvi d’un plat futur. Font: codi present i guia d’ús del projecte. L’estat del VPS s’ha de comprovar abans de la defensa.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L’arquitectura de lliurament és executable Windows i API al VPS; no es lliura una web. Codex s’ha utilitzat per ajudar a programar, revisar i documentar. La generació local no acredita una funció d’IA real: l’adaptador s’ha provat amb resposta simulada, però falta validar una crida real. Les proves amb dues persones externes i la millora basada en elles no consten com a realitzades. Fonts: enunciat de la pràctica, README.md, backend/app/integrations/generation.py, backend/tests/test_flow.py i docs/protocolo_pruebas.md.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a7acb8aa54a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bb2df285748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806d543efc49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c8370be334cf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b5b2b2f2e41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51eb2a46e48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DE15CD-8102-4270-8835-43D8FCFC1D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2AABB4-3B96-4CA9-963B-3F37A9854A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D37093-CAF5-4C77-BA25-FACB127383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40B907-D1A9-4C61-A02F-F7FD7B1BD0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6438D3-8A17-4D92-A96D-F7ADF6C65D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63A30C-A4B1-4A7E-9DB4-AB5CA5F72D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69C9F4-DE60-4D6E-BD41-90A90F56D4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CD90A04-9CF5-4E58-8FC2-994FD64AC0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1130AB-62AD-4BFE-B679-B6905D509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68900B-3BA5-4A3D-89A6-77D00B568C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97eeac96684d66" /><Relationship Type="http://schemas.openxmlformats.org/officeDocument/2006/relationships/slideLayout" Target="/ppt/slideLayouts/slideLayout1.xml" Id="R25243f9d460c4fdf" /><Relationship Type="http://schemas.openxmlformats.org/officeDocument/2006/relationships/slideLayout" Target="/ppt/slideLayouts/slideLayout2.xml" Id="R555e76455c084a64" /><Relationship Type="http://schemas.openxmlformats.org/officeDocument/2006/relationships/slideLayout" Target="/ppt/slideLayouts/slideLayout3.xml" Id="Rd03385edcf99485c" /><Relationship Type="http://schemas.openxmlformats.org/officeDocument/2006/relationships/slideLayout" Target="/ppt/slideLayouts/slideLayout4.xml" Id="R3bfc03f8f66e4933" /><Relationship Type="http://schemas.openxmlformats.org/officeDocument/2006/relationships/slideLayout" Target="/ppt/slideLayouts/slideLayout5.xml" Id="Rb5b6aa7234d24542" /><Relationship Type="http://schemas.openxmlformats.org/officeDocument/2006/relationships/slideLayout" Target="/ppt/slideLayouts/slideLayout6.xml" Id="Rd71e833b60cb40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243f9d460c4fdf"/>
    <p:sldLayoutId xmlns:r="http://schemas.openxmlformats.org/officeDocument/2006/relationships" id="2147483650" r:id="R555e76455c084a64"/>
    <p:sldLayoutId xmlns:r="http://schemas.openxmlformats.org/officeDocument/2006/relationships" id="2147483651" r:id="Rd03385edcf99485c"/>
    <p:sldLayoutId xmlns:r="http://schemas.openxmlformats.org/officeDocument/2006/relationships" id="2147483652" r:id="R3bfc03f8f66e4933"/>
    <p:sldLayoutId xmlns:r="http://schemas.openxmlformats.org/officeDocument/2006/relationships" id="2147483653" r:id="Rb5b6aa7234d24542"/>
    <p:sldLayoutId xmlns:r="http://schemas.openxmlformats.org/officeDocument/2006/relationships" id="2147483654" r:id="Rd71e833b60cb40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1a9a67a5f4b38" /><Relationship Type="http://schemas.openxmlformats.org/officeDocument/2006/relationships/notesSlide" Target="/ppt/notesSlides/notesSlide1.xml" Id="Ra1b1b8e0a2fb48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50e40bd02b49e8" /><Relationship Type="http://schemas.openxmlformats.org/officeDocument/2006/relationships/notesSlide" Target="/ppt/notesSlides/notesSlide2.xml" Id="R83a0cdb53c2f45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cio">
            <a:extLst xmlns:a="http://schemas.openxmlformats.org/drawingml/2006/main">
              <a:ext uri="{FF2B5EF4-FFF2-40B4-BE49-F238E27FC236}">
                <a16:creationId xmlns:a16="http://schemas.microsoft.com/office/drawing/2014/main" id="{FD9E4CCB-79DC-42FE-A396-7AE86143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D34"/>
                </a:solidFill>
                <a:latin typeface="Arial"/>
                <a:ea typeface="Arial"/>
                <a:cs typeface="Arial"/>
              </a:rPr>
              <a:t>PRÀCTICA 1 · APP DE WINDOWS</a:t>
            </a:r>
          </a:p>
        </p:txBody>
      </p:sp>
      <p:sp>
        <p:nvSpPr>
          <p:cNvPr id="2" name="titol">
            <a:extLst xmlns:a="http://schemas.openxmlformats.org/drawingml/2006/main">
              <a:ext uri="{FF2B5EF4-FFF2-40B4-BE49-F238E27FC236}">
                <a16:creationId xmlns:a16="http://schemas.microsoft.com/office/drawing/2014/main" id="{4C65DA44-5476-412D-BBBF-30C99842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6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6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6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6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6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6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6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6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6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650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83D34"/>
                </a:solidFill>
                <a:latin typeface="Arial"/>
                <a:ea typeface="Arial"/>
                <a:cs typeface="Arial"/>
              </a:rPr>
              <a:t>Easy Eats</a:t>
            </a:r>
          </a:p>
        </p:txBody>
      </p:sp>
      <p:sp>
        <p:nvSpPr>
          <p:cNvPr id="3" name="resum">
            <a:extLst xmlns:a="http://schemas.openxmlformats.org/drawingml/2006/main">
              <a:ext uri="{FF2B5EF4-FFF2-40B4-BE49-F238E27FC236}">
                <a16:creationId xmlns:a16="http://schemas.microsoft.com/office/drawing/2014/main" id="{444278B0-E610-4DB5-A6DA-5AFE1DFF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27"/>
                </a:solidFill>
                <a:latin typeface="Arial"/>
                <a:ea typeface="Arial"/>
                <a:cs typeface="Arial"/>
              </a:rPr>
              <a:t>Menús personalitzats · client i administrador en una mateixa app</a:t>
            </a:r>
            <a:endParaRPr sz="2175" b="0">
              <a:solidFill>
                <a:srgbClr val="172B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pas-num-1">
            <a:extLst xmlns:a="http://schemas.openxmlformats.org/drawingml/2006/main">
              <a:ext uri="{FF2B5EF4-FFF2-40B4-BE49-F238E27FC236}">
                <a16:creationId xmlns:a16="http://schemas.microsoft.com/office/drawing/2014/main" id="{B97805FE-BDA4-48DB-B3E1-BFED094B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55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pas-text-1">
            <a:extLst xmlns:a="http://schemas.openxmlformats.org/drawingml/2006/main">
              <a:ext uri="{FF2B5EF4-FFF2-40B4-BE49-F238E27FC236}">
                <a16:creationId xmlns:a16="http://schemas.microsoft.com/office/drawing/2014/main" id="{999171C5-C964-4062-9318-77DC0AA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27"/>
                </a:solidFill>
                <a:latin typeface="Arial"/>
                <a:ea typeface="Arial"/>
                <a:cs typeface="Arial"/>
              </a:rPr>
              <a:t>Configurar dies, àpats i dieta</a:t>
            </a:r>
            <a:endParaRPr sz="1725" b="0">
              <a:solidFill>
                <a:srgbClr val="172B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pas-num-2">
            <a:extLst xmlns:a="http://schemas.openxmlformats.org/drawingml/2006/main">
              <a:ext uri="{FF2B5EF4-FFF2-40B4-BE49-F238E27FC236}">
                <a16:creationId xmlns:a16="http://schemas.microsoft.com/office/drawing/2014/main" id="{BB5FBB23-57DB-4A51-AE02-814E2B68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194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55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pas-text-2">
            <a:extLst xmlns:a="http://schemas.openxmlformats.org/drawingml/2006/main">
              <a:ext uri="{FF2B5EF4-FFF2-40B4-BE49-F238E27FC236}">
                <a16:creationId xmlns:a16="http://schemas.microsoft.com/office/drawing/2014/main" id="{CC251D72-86D2-4AEC-8946-00BA845D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194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27"/>
                </a:solidFill>
                <a:latin typeface="Arial"/>
                <a:ea typeface="Arial"/>
                <a:cs typeface="Arial"/>
              </a:rPr>
              <a:t>Generar una proposta mensual</a:t>
            </a:r>
          </a:p>
        </p:txBody>
      </p:sp>
      <p:sp>
        <p:nvSpPr>
          <p:cNvPr id="8" name="pas-num-3">
            <a:extLst xmlns:a="http://schemas.openxmlformats.org/drawingml/2006/main">
              <a:ext uri="{FF2B5EF4-FFF2-40B4-BE49-F238E27FC236}">
                <a16:creationId xmlns:a16="http://schemas.microsoft.com/office/drawing/2014/main" id="{6EF89BE5-0E7B-4773-A506-E8B496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243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55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pas-text-3">
            <a:extLst xmlns:a="http://schemas.openxmlformats.org/drawingml/2006/main">
              <a:ext uri="{FF2B5EF4-FFF2-40B4-BE49-F238E27FC236}">
                <a16:creationId xmlns:a16="http://schemas.microsoft.com/office/drawing/2014/main" id="{8B89BCE6-B772-4FFA-8769-AAF75EB4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243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27"/>
                </a:solidFill>
                <a:latin typeface="Arial"/>
                <a:ea typeface="Arial"/>
                <a:cs typeface="Arial"/>
              </a:rPr>
              <a:t>Revisar i aprovar com a operari</a:t>
            </a:r>
          </a:p>
        </p:txBody>
      </p:sp>
      <p:sp>
        <p:nvSpPr>
          <p:cNvPr id="10" name="pas-num-4">
            <a:extLst xmlns:a="http://schemas.openxmlformats.org/drawingml/2006/main">
              <a:ext uri="{FF2B5EF4-FFF2-40B4-BE49-F238E27FC236}">
                <a16:creationId xmlns:a16="http://schemas.microsoft.com/office/drawing/2014/main" id="{028CC50D-C479-4155-AAE3-C9B5E2AF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291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E765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7655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pas-text-4">
            <a:extLst xmlns:a="http://schemas.openxmlformats.org/drawingml/2006/main">
              <a:ext uri="{FF2B5EF4-FFF2-40B4-BE49-F238E27FC236}">
                <a16:creationId xmlns:a16="http://schemas.microsoft.com/office/drawing/2014/main" id="{7343B5C3-F61F-4C4C-9AA6-525E9DE5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291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27"/>
                </a:solidFill>
                <a:latin typeface="Arial"/>
                <a:ea typeface="Arial"/>
                <a:cs typeface="Arial"/>
              </a:rPr>
              <a:t>Consultar el menú i canviar plats futurs</a:t>
            </a:r>
          </a:p>
        </p:txBody>
      </p:sp>
      <p:sp>
        <p:nvSpPr>
          <p:cNvPr id="15" name="inici-titol">
            <a:extLst xmlns:a="http://schemas.openxmlformats.org/drawingml/2006/main">
              <a:ext uri="{FF2B5EF4-FFF2-40B4-BE49-F238E27FC236}">
                <a16:creationId xmlns:a16="http://schemas.microsoft.com/office/drawing/2014/main" id="{3C9D09C6-BB07-438C-9266-C3698A97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95575"/>
            <a:ext cx="556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83D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D34"/>
                </a:solidFill>
                <a:latin typeface="Arial"/>
                <a:ea typeface="Arial"/>
                <a:cs typeface="Arial"/>
              </a:rPr>
              <a:t>Primer accés</a:t>
            </a:r>
          </a:p>
        </p:txBody>
      </p:sp>
      <p:sp>
        <p:nvSpPr>
          <p:cNvPr id="16" name="inici-1">
            <a:extLst xmlns:a="http://schemas.openxmlformats.org/drawingml/2006/main">
              <a:ext uri="{FF2B5EF4-FFF2-40B4-BE49-F238E27FC236}">
                <a16:creationId xmlns:a16="http://schemas.microsoft.com/office/drawing/2014/main" id="{AB4BE255-28CC-438B-BABF-03A36B00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556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27"/>
                </a:solidFill>
                <a:latin typeface="Arial"/>
                <a:ea typeface="Arial"/>
                <a:cs typeface="Arial"/>
              </a:rPr>
              <a:t>1. Descomprimir el paquet</a:t>
            </a:r>
          </a:p>
        </p:txBody>
      </p:sp>
      <p:sp>
        <p:nvSpPr>
          <p:cNvPr id="17" name="inici-2">
            <a:extLst xmlns:a="http://schemas.openxmlformats.org/drawingml/2006/main">
              <a:ext uri="{FF2B5EF4-FFF2-40B4-BE49-F238E27FC236}">
                <a16:creationId xmlns:a16="http://schemas.microsoft.com/office/drawing/2014/main" id="{63160AA6-5837-40A0-A569-EA6EFEE3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95725"/>
            <a:ext cx="556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27"/>
                </a:solidFill>
                <a:latin typeface="Arial"/>
                <a:ea typeface="Arial"/>
                <a:cs typeface="Arial"/>
              </a:rPr>
              <a:t>2. Obrir easyeats.exe</a:t>
            </a:r>
          </a:p>
        </p:txBody>
      </p:sp>
      <p:sp>
        <p:nvSpPr>
          <p:cNvPr id="18" name="inici-3">
            <a:extLst xmlns:a="http://schemas.openxmlformats.org/drawingml/2006/main">
              <a:ext uri="{FF2B5EF4-FFF2-40B4-BE49-F238E27FC236}">
                <a16:creationId xmlns:a16="http://schemas.microsoft.com/office/drawing/2014/main" id="{E21C7939-1EDB-4C26-99C4-89AE936A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57700"/>
            <a:ext cx="556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2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27"/>
                </a:solidFill>
                <a:latin typeface="Arial"/>
                <a:ea typeface="Arial"/>
                <a:cs typeface="Arial"/>
              </a:rPr>
              <a:t>3. Entrar com a client o operari</a:t>
            </a:r>
          </a:p>
        </p:txBody>
      </p:sp>
      <p:sp>
        <p:nvSpPr>
          <p:cNvPr id="19" name="inici-nota">
            <a:extLst xmlns:a="http://schemas.openxmlformats.org/drawingml/2006/main">
              <a:ext uri="{FF2B5EF4-FFF2-40B4-BE49-F238E27FC236}">
                <a16:creationId xmlns:a16="http://schemas.microsoft.com/office/drawing/2014/main" id="{7FD19147-6244-4E3F-AD5E-294E4A83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19700"/>
            <a:ext cx="556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83D34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83D34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83D34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83D34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83D34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83D34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83D34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83D34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83D34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83D3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83D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D34"/>
                </a:solidFill>
                <a:latin typeface="Arial"/>
                <a:ea typeface="Arial"/>
                <a:cs typeface="Arial"/>
              </a:rPr>
              <a:t>Connexió a Internet · servei remot del projecte</a:t>
            </a:r>
          </a:p>
        </p:txBody>
      </p:sp>
    </p:spTree>
    <p:extLst>
      <p:ext uri="{BB962C8B-B14F-4D97-AF65-F5344CB8AC3E}">
        <p14:creationId xmlns:p14="http://schemas.microsoft.com/office/powerpoint/2010/main" val="9666125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83D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ol">
            <a:extLst xmlns:a="http://schemas.openxmlformats.org/drawingml/2006/main">
              <a:ext uri="{FF2B5EF4-FFF2-40B4-BE49-F238E27FC236}">
                <a16:creationId xmlns:a16="http://schemas.microsoft.com/office/drawing/2014/main" id="{117B66D5-1E80-485C-BC97-ED81D4BE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Windows i servei remot</a:t>
            </a:r>
            <a:endParaRPr sz="36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ub-1">
            <a:extLst xmlns:a="http://schemas.openxmlformats.org/drawingml/2006/main">
              <a:ext uri="{FF2B5EF4-FFF2-40B4-BE49-F238E27FC236}">
                <a16:creationId xmlns:a16="http://schemas.microsoft.com/office/drawing/2014/main" id="{D62EF45A-8A8A-49CC-A4E9-61B6CC9F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CE6D7"/>
                </a:solidFill>
                <a:latin typeface="Arial"/>
                <a:ea typeface="Arial"/>
                <a:cs typeface="Arial"/>
              </a:rPr>
              <a:t>FUNCIONAMENT</a:t>
            </a:r>
          </a:p>
        </p:txBody>
      </p:sp>
      <p:sp>
        <p:nvSpPr>
          <p:cNvPr id="3" name="cos-1">
            <a:extLst xmlns:a="http://schemas.openxmlformats.org/drawingml/2006/main">
              <a:ext uri="{FF2B5EF4-FFF2-40B4-BE49-F238E27FC236}">
                <a16:creationId xmlns:a16="http://schemas.microsoft.com/office/drawing/2014/main" id="{86F10F3B-D5B5-4B53-822A-1858B09E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905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L’app de Windows mostra els menús i envia les accions a l’API del VPS. El client i l’operari treballen sobre els mateixos comptes i propostes.</a:t>
            </a:r>
          </a:p>
        </p:txBody>
      </p:sp>
      <p:sp>
        <p:nvSpPr>
          <p:cNvPr id="4" name="sub-2">
            <a:extLst xmlns:a="http://schemas.openxmlformats.org/drawingml/2006/main">
              <a:ext uri="{FF2B5EF4-FFF2-40B4-BE49-F238E27FC236}">
                <a16:creationId xmlns:a16="http://schemas.microsoft.com/office/drawing/2014/main" id="{2BB39BEF-9DCF-476E-9465-7DE9BEA4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CE6D7"/>
                </a:solidFill>
                <a:latin typeface="Arial"/>
                <a:ea typeface="Arial"/>
                <a:cs typeface="Arial"/>
              </a:rPr>
              <a:t>EINES I GENERACIÓ</a:t>
            </a:r>
          </a:p>
        </p:txBody>
      </p:sp>
      <p:sp>
        <p:nvSpPr>
          <p:cNvPr id="5" name="estat-1">
            <a:extLst xmlns:a="http://schemas.openxmlformats.org/drawingml/2006/main">
              <a:ext uri="{FF2B5EF4-FFF2-40B4-BE49-F238E27FC236}">
                <a16:creationId xmlns:a16="http://schemas.microsoft.com/office/drawing/2014/main" id="{D9A09A45-EFD9-41D9-9912-8098E6C5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5238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Codex per programar, revisar i documentar</a:t>
            </a:r>
          </a:p>
        </p:txBody>
      </p:sp>
      <p:sp>
        <p:nvSpPr>
          <p:cNvPr id="6" name="estat-2">
            <a:extLst xmlns:a="http://schemas.openxmlformats.org/drawingml/2006/main">
              <a:ext uri="{FF2B5EF4-FFF2-40B4-BE49-F238E27FC236}">
                <a16:creationId xmlns:a16="http://schemas.microsoft.com/office/drawing/2014/main" id="{DC3505A5-1820-4827-B8B8-EE2A8477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5238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Generació del menú amb l’algorisme local del servidor</a:t>
            </a:r>
          </a:p>
        </p:txBody>
      </p:sp>
      <p:sp>
        <p:nvSpPr>
          <p:cNvPr id="7" name="estat-3">
            <a:extLst xmlns:a="http://schemas.openxmlformats.org/drawingml/2006/main">
              <a:ext uri="{FF2B5EF4-FFF2-40B4-BE49-F238E27FC236}">
                <a16:creationId xmlns:a16="http://schemas.microsoft.com/office/drawing/2014/main" id="{C758A859-A5C9-4D7C-BF43-E0F20C57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29050"/>
            <a:ext cx="5238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Adaptador de model implementat; crida real pendent de validar</a:t>
            </a:r>
            <a:endParaRPr sz="1875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eines">
            <a:extLst xmlns:a="http://schemas.openxmlformats.org/drawingml/2006/main">
              <a:ext uri="{FF2B5EF4-FFF2-40B4-BE49-F238E27FC236}">
                <a16:creationId xmlns:a16="http://schemas.microsoft.com/office/drawing/2014/main" id="{93012077-A1C1-4713-8FEE-AE1C4CD1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BCE6D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CE6D7"/>
                </a:solidFill>
                <a:latin typeface="Arial"/>
                <a:ea typeface="Arial"/>
                <a:cs typeface="Arial"/>
              </a:rPr>
              <a:t>Administrador: usuari operario · contrasenya a la guia d’ús</a:t>
            </a:r>
            <a:endParaRPr sz="1725" b="1">
              <a:solidFill>
                <a:srgbClr val="BCE6D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pendent">
            <a:extLst xmlns:a="http://schemas.openxmlformats.org/drawingml/2006/main">
              <a:ext uri="{FF2B5EF4-FFF2-40B4-BE49-F238E27FC236}">
                <a16:creationId xmlns:a16="http://schemas.microsoft.com/office/drawing/2014/main" id="{974B8A7E-BDC3-43CD-A766-886EDC3E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 completar la pràctica: 2 proves externes i 1 millora basada en les observacions</a:t>
            </a:r>
            <a:endParaRPr sz="15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4988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2026-10-24T20:20:25.5190000Z</dcterms:created>
  <dcterms:modified xsi:type="dcterms:W3CDTF">2026-10-24T20:20:25.5190000Z</dcterms:modified>
</coreProperties>
</file>